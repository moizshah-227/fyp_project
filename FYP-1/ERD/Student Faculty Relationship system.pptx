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73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68" r:id="rId15"/>
    <p:sldId id="269" r:id="rId16"/>
    <p:sldId id="275" r:id="rId17"/>
    <p:sldId id="270" r:id="rId18"/>
    <p:sldId id="271" r:id="rId19"/>
    <p:sldId id="272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5077245-8961-47EB-9E6F-D0C006491910}">
          <p14:sldIdLst>
            <p14:sldId id="273"/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74"/>
            <p14:sldId id="268"/>
            <p14:sldId id="269"/>
            <p14:sldId id="275"/>
            <p14:sldId id="270"/>
            <p14:sldId id="271"/>
            <p14:sldId id="272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yed Moiz" initials="SM" lastIdx="1" clrIdx="0">
    <p:extLst>
      <p:ext uri="{19B8F6BF-5375-455C-9EA6-DF929625EA0E}">
        <p15:presenceInfo xmlns:p15="http://schemas.microsoft.com/office/powerpoint/2012/main" userId="33834e433a9f300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05F3D38-DB03-44CB-8444-116BBBE4331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10978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25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55376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8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367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04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72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86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58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2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05F3D38-DB03-44CB-8444-116BBBE4331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250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C238F-CA2A-4EF0-A7D5-22F13D834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914399"/>
            <a:ext cx="9203817" cy="990601"/>
          </a:xfrm>
        </p:spPr>
        <p:txBody>
          <a:bodyPr>
            <a:normAutofit/>
          </a:bodyPr>
          <a:lstStyle/>
          <a:p>
            <a:pPr algn="ctr"/>
            <a:r>
              <a:rPr lang="en-US" sz="3000" dirty="0"/>
              <a:t> Student Faculty Relationship system: Emoji </a:t>
            </a:r>
            <a:br>
              <a:rPr lang="en-US" sz="3000" dirty="0"/>
            </a:br>
            <a:r>
              <a:rPr lang="en-US" sz="3000" dirty="0"/>
              <a:t>recommendation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2B968-146A-4C99-9C8F-8E14AC5BC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7369" y="2085974"/>
            <a:ext cx="10588040" cy="4772025"/>
          </a:xfrm>
        </p:spPr>
        <p:txBody>
          <a:bodyPr>
            <a:normAutofit/>
          </a:bodyPr>
          <a:lstStyle/>
          <a:p>
            <a:r>
              <a:rPr lang="en-US" dirty="0"/>
              <a:t>Group members: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Syed Muhammad Moiz Hassan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Muhammad Fahad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Samia Noor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Supervisor: Dr. Saeed Iqbal</a:t>
            </a:r>
          </a:p>
        </p:txBody>
      </p:sp>
    </p:spTree>
    <p:extLst>
      <p:ext uri="{BB962C8B-B14F-4D97-AF65-F5344CB8AC3E}">
        <p14:creationId xmlns:p14="http://schemas.microsoft.com/office/powerpoint/2010/main" val="3180482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4BD49F-9659-4E1D-B093-92FA6906F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485" y="1595221"/>
            <a:ext cx="2007127" cy="434609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BA0D11B-C85E-47D6-9D3D-79EE9E3BE024}"/>
              </a:ext>
            </a:extLst>
          </p:cNvPr>
          <p:cNvSpPr txBox="1">
            <a:spLocks/>
          </p:cNvSpPr>
          <p:nvPr/>
        </p:nvSpPr>
        <p:spPr>
          <a:xfrm>
            <a:off x="1205947" y="0"/>
            <a:ext cx="3999241" cy="10919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dirty="0"/>
              <a:t>Admin Screens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81BCA0-9B39-430E-96ED-16F04AE53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142" y="1595221"/>
            <a:ext cx="2007127" cy="434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92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E177A0-70A9-4EB3-9B8E-2DDED1B6C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480" y="868018"/>
            <a:ext cx="2258058" cy="48834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8DFE09-0BA1-41F8-8127-82458CFD34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517" y="868018"/>
            <a:ext cx="2325576" cy="48834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87405B-83D6-4494-89AE-AFD908E209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101" y="868016"/>
            <a:ext cx="2252503" cy="488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33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7E7A443-5789-4838-8837-DE78F8E39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381" y="1000539"/>
            <a:ext cx="2240277" cy="485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8A478C-E053-4EE5-872B-6C142DA3D8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91" y="1000540"/>
            <a:ext cx="2252503" cy="48834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33C512-2B21-42DE-9D69-8A9C548AFF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394" y="1013792"/>
            <a:ext cx="2252503" cy="48834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DA1817-CD7D-46E2-8E3F-4CE3CD3599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258" y="1013792"/>
            <a:ext cx="2240278" cy="485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42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073B32-0D90-4A98-8182-4B054C77C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582" y="1159564"/>
            <a:ext cx="2093575" cy="45388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10DAA5-6D71-4B51-B05D-20881B187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01" y="1159564"/>
            <a:ext cx="2093575" cy="4538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0E2AE2-1AB7-4D41-B6F2-96EED44E25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363" y="1159564"/>
            <a:ext cx="2093575" cy="45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842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61CF01-70ED-4C9D-8AC8-FA346E754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052" y="717230"/>
            <a:ext cx="2354168" cy="50912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2E1135-8B97-42F3-8D75-71B7C57F47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345" y="717230"/>
            <a:ext cx="2354168" cy="509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886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F2F0305-7857-4982-AEF5-33CA594D2E88}"/>
              </a:ext>
            </a:extLst>
          </p:cNvPr>
          <p:cNvSpPr txBox="1">
            <a:spLocks/>
          </p:cNvSpPr>
          <p:nvPr/>
        </p:nvSpPr>
        <p:spPr>
          <a:xfrm>
            <a:off x="1332947" y="317500"/>
            <a:ext cx="4763053" cy="10919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dirty="0"/>
              <a:t>Teacher Screens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D3C09A-4A16-4763-B4C4-99873952D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947" y="1547246"/>
            <a:ext cx="2245030" cy="4642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B66C37-CEDE-4F86-9B1F-ACAB478C7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903" y="1578997"/>
            <a:ext cx="2245030" cy="46425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231229-81D7-4D5E-862C-B95142543E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076" y="1578997"/>
            <a:ext cx="2245030" cy="46425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857EBF-0D42-4A8E-BA48-8D52F4BDA6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325" y="1578997"/>
            <a:ext cx="2245030" cy="467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547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44E72B-DF13-48FD-8B0F-4005A5BD0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120" y="1152899"/>
            <a:ext cx="2099723" cy="4552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CE5993-9E85-44AD-AE4E-CF66C9122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087" y="1152899"/>
            <a:ext cx="2099723" cy="4552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EB8EFA-60A4-4F81-84DA-D3CB57FCCA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153" y="1152899"/>
            <a:ext cx="2099723" cy="455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003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3E99CF-AB4D-4757-8314-32A587D60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228" y="1298250"/>
            <a:ext cx="2099724" cy="4334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0A16DD-0D42-471B-A88A-F039DC2D2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503" y="1298250"/>
            <a:ext cx="2099724" cy="433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23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B945B94-9431-41F1-9F4B-3BC53FEFF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547" y="927647"/>
            <a:ext cx="2206110" cy="46829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C2D79F-F975-4F32-9A41-B3BA8FC98B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51" y="927647"/>
            <a:ext cx="2206111" cy="4682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FDA03E-F675-429E-AD2A-EEBA0D636E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062" y="752053"/>
            <a:ext cx="2678910" cy="50341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10EED0-64B2-457C-BEFA-83E4B6C1F5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802" y="927647"/>
            <a:ext cx="2206112" cy="46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51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24B179-2BAB-497F-944B-D915901CE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484" y="1213994"/>
            <a:ext cx="2206110" cy="4635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F5F9BB-264B-4485-8F0D-DB93126D9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75" y="1190273"/>
            <a:ext cx="2206111" cy="46829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1252A1-64F7-4282-9B8B-5453E0B14B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659" y="1190272"/>
            <a:ext cx="2206111" cy="46829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F5E4AC-5E0E-42FD-9DD8-7CB56AB9F3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36" y="1190272"/>
            <a:ext cx="2138146" cy="463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48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C30782C-0B8A-4D43-B1C0-E64BE13D8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273" y="987237"/>
            <a:ext cx="2300602" cy="48835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BA0CFA-763C-42BF-853D-7B791C5C4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741" y="987238"/>
            <a:ext cx="2300601" cy="4883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DA17F0-153F-4828-941B-4D837726BE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806" y="987237"/>
            <a:ext cx="2409396" cy="4883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4A3155-E372-4718-A52E-DFE01EA698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133" y="987237"/>
            <a:ext cx="2278771" cy="488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633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386A2E-D543-48EA-BCF5-2F98D948A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129" y="708989"/>
            <a:ext cx="2326568" cy="48635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374B12-31DE-4450-98D6-581536340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253" y="708989"/>
            <a:ext cx="2249903" cy="47920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BC083A-8B18-409D-9FDE-2F326D0DCF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061" y="708989"/>
            <a:ext cx="2326568" cy="47994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469CF3-D2BC-4AA6-9106-A05111D7C5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22" y="702924"/>
            <a:ext cx="2296843" cy="486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499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63209CA-0EFF-409A-A272-E23400AB48F0}"/>
              </a:ext>
            </a:extLst>
          </p:cNvPr>
          <p:cNvSpPr txBox="1">
            <a:spLocks/>
          </p:cNvSpPr>
          <p:nvPr/>
        </p:nvSpPr>
        <p:spPr>
          <a:xfrm>
            <a:off x="1205947" y="0"/>
            <a:ext cx="4763053" cy="10919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dirty="0"/>
              <a:t>Student Screens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B0DD6E-9436-455F-A59E-95C954319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81" y="1130216"/>
            <a:ext cx="2123261" cy="45975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8469C9-66C0-49E0-9BE0-1A6263E5F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369" y="1136455"/>
            <a:ext cx="2123261" cy="46420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2DB650-37DB-4168-8E5A-C32E5474D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854" y="1091979"/>
            <a:ext cx="2161680" cy="468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423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64CAC8-EFDB-4AEE-A9DE-FE31B6C17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432" y="919691"/>
            <a:ext cx="2271336" cy="50926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1C6D16-77C5-44A0-8909-887D56628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897" y="730157"/>
            <a:ext cx="2593735" cy="568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892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EAAC94-ADB3-4E56-85E1-FA59D19BA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034" y="882649"/>
            <a:ext cx="2354824" cy="50927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66CB27-E06F-4CEA-9898-43803ECEEC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118" y="882650"/>
            <a:ext cx="2354824" cy="5092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D92B01-85C4-4E5E-8A2B-4C421951DE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038" y="882650"/>
            <a:ext cx="2354824" cy="509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51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37A414-3049-4021-9E04-17E98CAF2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014" y="934875"/>
            <a:ext cx="2306527" cy="4988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A04DF2-3FFD-433F-842C-78B28D4C38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396" y="934875"/>
            <a:ext cx="2306527" cy="498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80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C6EDF6-97C9-4E14-AF10-5B66C5FCC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904" y="974099"/>
            <a:ext cx="2252143" cy="47688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5D621B-3E36-4255-9DF2-E64799915D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818" y="938988"/>
            <a:ext cx="2252143" cy="47688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E69387-05A6-49EC-9E15-6805214CC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886" y="993099"/>
            <a:ext cx="2252143" cy="47806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4AF267-C606-4950-8048-0E9C3FF3BF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866" y="938987"/>
            <a:ext cx="2260866" cy="480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594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27652D-024B-48A8-B012-33EE010CB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750" y="165087"/>
            <a:ext cx="6672007" cy="652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358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E6C8C-9C37-46BD-9455-DA927C8DF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4505" y="1982525"/>
            <a:ext cx="7658696" cy="1691640"/>
          </a:xfrm>
        </p:spPr>
        <p:txBody>
          <a:bodyPr>
            <a:normAutofit/>
          </a:bodyPr>
          <a:lstStyle/>
          <a:p>
            <a:r>
              <a:rPr lang="en-US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766199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294</TotalTime>
  <Words>36</Words>
  <Application>Microsoft Office PowerPoint</Application>
  <PresentationFormat>Widescreen</PresentationFormat>
  <Paragraphs>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Century Schoolbook</vt:lpstr>
      <vt:lpstr>Wingdings 2</vt:lpstr>
      <vt:lpstr>View</vt:lpstr>
      <vt:lpstr> Student Faculty Relationship system: Emoji  recommendation 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 Moiz</dc:creator>
  <cp:lastModifiedBy>Syed Moiz</cp:lastModifiedBy>
  <cp:revision>21</cp:revision>
  <dcterms:created xsi:type="dcterms:W3CDTF">2025-11-17T07:02:39Z</dcterms:created>
  <dcterms:modified xsi:type="dcterms:W3CDTF">2025-11-30T17:33:29Z</dcterms:modified>
</cp:coreProperties>
</file>
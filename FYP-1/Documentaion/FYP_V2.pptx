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68" r:id="rId16"/>
    <p:sldId id="276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5077245-8961-47EB-9E6F-D0C006491910}">
          <p14:sldIdLst>
            <p14:sldId id="273"/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4"/>
            <p14:sldId id="275"/>
            <p14:sldId id="268"/>
            <p14:sldId id="276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ed Moiz" initials="S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206" autoAdjust="0"/>
  </p:normalViewPr>
  <p:slideViewPr>
    <p:cSldViewPr snapToGrid="0">
      <p:cViewPr varScale="1">
        <p:scale>
          <a:sx n="72" d="100"/>
          <a:sy n="72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5F3D38-DB03-44CB-8444-116BBBE4331D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BD5C02C-62BC-4EA1-9043-13C0AAF107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914399"/>
            <a:ext cx="9203817" cy="99060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Student Faculty relation with emoji recommendation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369" y="2085974"/>
            <a:ext cx="10588040" cy="4772025"/>
          </a:xfrm>
        </p:spPr>
        <p:txBody>
          <a:bodyPr>
            <a:normAutofit/>
          </a:bodyPr>
          <a:lstStyle/>
          <a:p>
            <a:r>
              <a:rPr lang="en-US" sz="3200" dirty="0"/>
              <a:t>Presented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Syed Muhammad Moiz Hassan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Muhammad Fahad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Samia Noor</a:t>
            </a:r>
          </a:p>
          <a:p>
            <a:pPr>
              <a:buFont typeface="Arial" panose="020B0604020202020204" pitchFamily="34" charset="0"/>
            </a:pPr>
            <a:endParaRPr lang="en-US" dirty="0"/>
          </a:p>
          <a:p>
            <a:pPr>
              <a:buFont typeface="Arial" panose="020B0604020202020204" pitchFamily="34" charset="0"/>
            </a:pPr>
            <a:endParaRPr lang="en-US" dirty="0"/>
          </a:p>
          <a:p>
            <a:r>
              <a:rPr lang="en-US" dirty="0"/>
              <a:t>Supervisor: Dr. Saeed Iqbal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16" y="1595221"/>
            <a:ext cx="2007127" cy="4346098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1205947" y="0"/>
            <a:ext cx="3999241" cy="10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Admin Screens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315" y="1595221"/>
            <a:ext cx="2007127" cy="43460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D6A4E9-5E51-4BB4-8690-459BFE1BB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615" y="1595221"/>
            <a:ext cx="2007127" cy="43514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971" y="885687"/>
            <a:ext cx="2258058" cy="48834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517" y="885686"/>
            <a:ext cx="2252503" cy="48834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874E58-D28E-4931-A25E-26EC7EB4E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980" y="885685"/>
            <a:ext cx="2252503" cy="4883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861" y="576466"/>
            <a:ext cx="2240278" cy="48569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90" y="576466"/>
            <a:ext cx="2240277" cy="485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B9957E-FB2D-4DEF-9359-A4D7786CAC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93" y="584194"/>
            <a:ext cx="2252503" cy="48834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925" y="1033670"/>
            <a:ext cx="2093575" cy="45388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219" y="1033670"/>
            <a:ext cx="2093575" cy="453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1B8FC6-C2ED-419A-A654-11761F4C6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207" y="1033669"/>
            <a:ext cx="2093575" cy="45388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56" y="825500"/>
            <a:ext cx="2213887" cy="4787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9DE882-D15F-4B11-8029-C4078B024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18" y="825500"/>
            <a:ext cx="2213887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332947" y="317500"/>
            <a:ext cx="4763053" cy="10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Teacher Screens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366" y="1568978"/>
            <a:ext cx="2099723" cy="454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C57888-5D41-4F95-90BB-9E004897B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486" y="1472980"/>
            <a:ext cx="2245030" cy="4642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B68336-4CBB-4C27-9D41-0063678273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173" y="1409479"/>
            <a:ext cx="2245030" cy="47060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657" y="1012452"/>
            <a:ext cx="2099723" cy="455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7A8ADE-73D1-45BA-BEBA-85742B69F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339" y="1012452"/>
            <a:ext cx="2099723" cy="455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4CE8B-0638-475B-8A8D-0374DAC763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021" y="1023651"/>
            <a:ext cx="2099723" cy="4541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625" y="994844"/>
            <a:ext cx="2007567" cy="455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8DE4EF-D2F7-42CF-B024-A9519B37D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938" y="1007544"/>
            <a:ext cx="2099724" cy="4552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D7D15D-F22F-4158-B1D9-C1E0E5B4C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08" y="1007545"/>
            <a:ext cx="2099723" cy="455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309" y="1036776"/>
            <a:ext cx="2007567" cy="4261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05AB4-EE36-4E27-9209-1FD5A68E2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556" y="1036776"/>
            <a:ext cx="2007567" cy="42614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8BF2C0-A4BB-4637-B611-FD9809306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897" y="1036776"/>
            <a:ext cx="2007567" cy="42614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CF1818-B7E1-4955-A293-1D030809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832" y="938481"/>
            <a:ext cx="2206110" cy="4682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E376-D0A2-4E16-A925-7BDBE27F6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720" y="938481"/>
            <a:ext cx="2206111" cy="46829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429FEE-E1D7-4D95-B511-D1A719AB31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609" y="938481"/>
            <a:ext cx="2314586" cy="46829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14934-5E19-4AA0-9FE7-5B6F0D32E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724" y="896042"/>
            <a:ext cx="2138146" cy="4759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FA4942-2471-46FA-8AEF-BCC49E76E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31" y="1020057"/>
            <a:ext cx="2138146" cy="4635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F60A36-6512-45DA-9194-D4153B7B7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927" y="1020057"/>
            <a:ext cx="2138146" cy="46355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87C3F8-8603-4931-9364-C71107A67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282" y="797241"/>
            <a:ext cx="2278771" cy="48835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0C510B-1801-4A9F-B19A-080EFD45E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61" y="797241"/>
            <a:ext cx="2300602" cy="48835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3B43DD-8B8C-4DB1-ABBD-6BF76F37B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804" y="797240"/>
            <a:ext cx="2409396" cy="488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90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FD9A70-46C2-4EB2-9FAB-B6CD84D7B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73" y="591668"/>
            <a:ext cx="2210565" cy="4975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679D12-5345-4702-BC50-7522F0068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566" y="591668"/>
            <a:ext cx="2210565" cy="497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83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205947" y="0"/>
            <a:ext cx="4763053" cy="10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/>
              <a:t>Student Screens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47" y="1091979"/>
            <a:ext cx="2123261" cy="45975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B3760E-C683-4FAD-9BC2-6C60C6E05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644" y="1085739"/>
            <a:ext cx="2123261" cy="4686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A58F2C-C001-4765-A571-717863906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373" y="1085738"/>
            <a:ext cx="2161680" cy="46865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205947" y="0"/>
            <a:ext cx="4763053" cy="10919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05" y="1091979"/>
            <a:ext cx="2271336" cy="50926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AEDF16-2B33-4F48-94F6-16938C7E2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132" y="942192"/>
            <a:ext cx="2593735" cy="56872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5F3AE0-16AA-4B03-BD84-A6666D662D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391" y="1025596"/>
            <a:ext cx="2464204" cy="522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13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8" y="882650"/>
            <a:ext cx="2354824" cy="509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38CFAB-C2E9-456D-B80D-6FC65B7B6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246" y="830424"/>
            <a:ext cx="2354824" cy="509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B65C34-9B2F-46FF-A596-B9831DD420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292" y="882650"/>
            <a:ext cx="2306527" cy="49882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97" y="934875"/>
            <a:ext cx="2306527" cy="4780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5CCC16-D12B-44AE-8DFA-B803A9990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086" y="934875"/>
            <a:ext cx="2252143" cy="4768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B21219-47C4-4676-AFEA-BB62DFEF1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336" y="934875"/>
            <a:ext cx="2252143" cy="47806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42" y="1057251"/>
            <a:ext cx="2252143" cy="4839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F58B6-0D12-4AF9-901C-224BE820E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187" y="1057251"/>
            <a:ext cx="2060472" cy="48391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1217</TotalTime>
  <Words>31</Words>
  <Application>Microsoft Office PowerPoint</Application>
  <PresentationFormat>Widescreen</PresentationFormat>
  <Paragraphs>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Schoolbook</vt:lpstr>
      <vt:lpstr>Wingdings 2</vt:lpstr>
      <vt:lpstr>View</vt:lpstr>
      <vt:lpstr>Student Faculty relation with emoji recommendation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Moiz</dc:creator>
  <cp:lastModifiedBy>Syed Moiz</cp:lastModifiedBy>
  <cp:revision>38</cp:revision>
  <dcterms:created xsi:type="dcterms:W3CDTF">2025-11-17T07:02:00Z</dcterms:created>
  <dcterms:modified xsi:type="dcterms:W3CDTF">2025-11-28T06:48:04Z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A21F986BB4C448469CC98D5E505FA3C4_12</vt:lpwstr>
  </property>
  <property fmtid="{D5CDD505-2E9C-101B-9397-08002B2CF9AE}" pid="3" name="KSOProductBuildVer">
    <vt:lpwstr>1033-12.2.0.23131</vt:lpwstr>
  </property>
</Properties>
</file>
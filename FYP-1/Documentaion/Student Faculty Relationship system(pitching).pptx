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1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72" d="100"/>
          <a:sy n="72" d="100"/>
        </p:scale>
        <p:origin x="606" y="66"/>
      </p:cViewPr>
      <p:guideLst>
        <p:guide orient="horz" pos="2159"/>
        <p:guide pos="381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12/9/2025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91478" y="260032"/>
            <a:ext cx="9104243" cy="1425575"/>
          </a:xfrm>
        </p:spPr>
        <p:txBody>
          <a:bodyPr>
            <a:noAutofit/>
          </a:bodyPr>
          <a:lstStyle/>
          <a:p>
            <a:r>
              <a:rPr lang="en-US" sz="3800" dirty="0">
                <a:solidFill>
                  <a:schemeClr val="tx2">
                    <a:lumMod val="7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Student Faculty Relationship App: Emoji Recommendation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3275" y="1424940"/>
            <a:ext cx="11021060" cy="5124450"/>
          </a:xfrm>
        </p:spPr>
        <p:txBody>
          <a:bodyPr>
            <a:normAutofit/>
          </a:bodyPr>
          <a:lstStyle/>
          <a:p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  <a:p>
            <a:endParaRPr lang="en-US" i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803275" y="2178050"/>
            <a:ext cx="10520680" cy="3893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tx2">
                    <a:lumMod val="7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Syed Moiz Hassan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 dirty="0">
              <a:solidFill>
                <a:schemeClr val="tx2">
                  <a:lumMod val="75000"/>
                </a:schemeClr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tx2">
                    <a:lumMod val="7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Muhammad Fahad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i="1" dirty="0">
              <a:solidFill>
                <a:schemeClr val="tx2">
                  <a:lumMod val="75000"/>
                </a:schemeClr>
              </a:solidFill>
              <a:latin typeface="Franklin Gothic Heavy" panose="020B0903020102020204" charset="0"/>
              <a:cs typeface="Franklin Gothic Heavy" panose="020B090302010202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solidFill>
                  <a:schemeClr val="tx2">
                    <a:lumMod val="7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Samia Noor</a:t>
            </a:r>
          </a:p>
          <a:p>
            <a:endParaRPr lang="en-US" sz="2800" dirty="0">
              <a:solidFill>
                <a:schemeClr val="tx2">
                  <a:lumMod val="7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>
                  <a:lumMod val="7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>
                  <a:lumMod val="7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>
                  <a:lumMod val="75000"/>
                </a:schemeClr>
              </a:solidFill>
              <a:latin typeface="Calibri" panose="020F0502020204030204" charset="0"/>
              <a:cs typeface="Calibri" panose="020F0502020204030204" charset="0"/>
            </a:endParaRPr>
          </a:p>
          <a:p>
            <a:pPr indent="0">
              <a:buFont typeface="Arial" panose="020B0604020202020204" pitchFamily="34" charset="0"/>
              <a:buNone/>
            </a:pPr>
            <a:r>
              <a:rPr lang="en-US" sz="2400" i="1" dirty="0">
                <a:solidFill>
                  <a:schemeClr val="tx2">
                    <a:lumMod val="75000"/>
                  </a:schemeClr>
                </a:solidFill>
                <a:latin typeface="Franklin Gothic Heavy" panose="020B0903020102020204" charset="0"/>
                <a:cs typeface="Franklin Gothic Heavy" panose="020B0903020102020204" charset="0"/>
              </a:rPr>
              <a:t>Supervised By: Sir Saeed Iqbal</a:t>
            </a:r>
          </a:p>
        </p:txBody>
      </p:sp>
      <p:pic>
        <p:nvPicPr>
          <p:cNvPr id="8" name="Picture 7" descr="Screenshot (190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9035" y="2178050"/>
            <a:ext cx="1961515" cy="4117340"/>
          </a:xfrm>
          <a:prstGeom prst="rect">
            <a:avLst/>
          </a:prstGeom>
        </p:spPr>
      </p:pic>
      <p:sp>
        <p:nvSpPr>
          <p:cNvPr id="12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635" y="4742180"/>
            <a:ext cx="8789670" cy="123825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44450" cap="rnd">
            <a:solidFill>
              <a:schemeClr val="tx2">
                <a:lumMod val="75000"/>
              </a:schemeClr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625" y="1137920"/>
            <a:ext cx="2681605" cy="979170"/>
          </a:xfrm>
        </p:spPr>
        <p:txBody>
          <a:bodyPr/>
          <a:lstStyle/>
          <a:p>
            <a:r>
              <a:rPr lang="en-US" sz="2400" dirty="0">
                <a:latin typeface="Britannic Bold" panose="020B0903060703020204" charset="0"/>
                <a:cs typeface="Britannic Bold" panose="020B0903060703020204" charset="0"/>
              </a:rPr>
              <a:t>      Problem 1: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70535" y="2536825"/>
            <a:ext cx="5367655" cy="151257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en-US" sz="2000" b="1" i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Excessive volume of messages and notifications about a special event.</a:t>
            </a:r>
          </a:p>
        </p:txBody>
      </p:sp>
      <p:pic>
        <p:nvPicPr>
          <p:cNvPr id="12" name="Content Placeholder 11" descr="Screenshot (182)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24500" y="267335"/>
            <a:ext cx="6094730" cy="6051550"/>
          </a:xfrm>
          <a:prstGeom prst="rect">
            <a:avLst/>
          </a:prstGeom>
        </p:spPr>
      </p:pic>
      <p:sp>
        <p:nvSpPr>
          <p:cNvPr id="13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70535" y="2004699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9140" y="1115695"/>
            <a:ext cx="3276600" cy="833755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Britannic Bold" panose="020B0903060703020204" charset="0"/>
                <a:cs typeface="Britannic Bold" panose="020B0903060703020204" charset="0"/>
                <a:sym typeface="+mn-ea"/>
              </a:rPr>
              <a:t>  </a:t>
            </a:r>
            <a:r>
              <a:rPr lang="en-US" sz="2665" dirty="0">
                <a:latin typeface="Britannic Bold" panose="020B0903060703020204" charset="0"/>
                <a:cs typeface="Britannic Bold" panose="020B0903060703020204" charset="0"/>
                <a:sym typeface="+mn-ea"/>
              </a:rPr>
              <a:t>Problem 2:</a:t>
            </a:r>
            <a:br>
              <a:rPr lang="en-US" dirty="0">
                <a:latin typeface="Britannic Bold" panose="020B0903060703020204" charset="0"/>
                <a:cs typeface="Britannic Bold" panose="020B0903060703020204" charset="0"/>
                <a:sym typeface="+mn-ea"/>
              </a:rPr>
            </a:br>
            <a:endParaRPr lang="en-US" b="1" dirty="0"/>
          </a:p>
        </p:txBody>
      </p:sp>
      <p:sp>
        <p:nvSpPr>
          <p:cNvPr id="12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26390" y="163576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 descr="Screenshot (192)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945380" y="151765"/>
            <a:ext cx="6132195" cy="611378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26390" y="2767965"/>
            <a:ext cx="406400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i="1">
                <a:solidFill>
                  <a:schemeClr val="tx2">
                    <a:lumMod val="75000"/>
                  </a:schemeClr>
                </a:solidFill>
              </a:rPr>
              <a:t>Teachers  face multiple stressors like privacy concerns,  Notification interruptions, and information breakdowns.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23900"/>
            <a:ext cx="1831340" cy="1325880"/>
          </a:xfrm>
        </p:spPr>
        <p:txBody>
          <a:bodyPr/>
          <a:lstStyle/>
          <a:p>
            <a:r>
              <a:rPr lang="en-US" sz="2400">
                <a:latin typeface="Britannic Bold" panose="020B0903060703020204" charset="0"/>
                <a:cs typeface="Britannic Bold" panose="020B0903060703020204" charset="0"/>
                <a:sym typeface="+mn-ea"/>
              </a:rPr>
              <a:t> Problem 3:</a:t>
            </a:r>
            <a:endParaRPr lang="en-US" sz="2400"/>
          </a:p>
        </p:txBody>
      </p:sp>
      <p:sp>
        <p:nvSpPr>
          <p:cNvPr id="12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91770" y="17487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Content Placeholder 10" descr="Screenshot (196)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40885" y="1164590"/>
            <a:ext cx="7066915" cy="5220335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476885" y="2430780"/>
            <a:ext cx="30226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i="1">
                <a:solidFill>
                  <a:schemeClr val="tx2">
                    <a:lumMod val="75000"/>
                  </a:schemeClr>
                </a:solidFill>
              </a:rPr>
              <a:t>(Lack of personal data/Information Gap)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6480" y="690245"/>
            <a:ext cx="1764665" cy="1325880"/>
          </a:xfrm>
        </p:spPr>
        <p:txBody>
          <a:bodyPr/>
          <a:lstStyle/>
          <a:p>
            <a:r>
              <a:rPr lang="en-US" sz="2400">
                <a:latin typeface="Britannic Bold" panose="020B0903060703020204" charset="0"/>
                <a:cs typeface="Britannic Bold" panose="020B0903060703020204" charset="0"/>
              </a:rPr>
              <a:t>Solution 1:</a:t>
            </a:r>
          </a:p>
        </p:txBody>
      </p:sp>
      <p:sp>
        <p:nvSpPr>
          <p:cNvPr id="12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91770" y="17487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 descr="Screenshot (184)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2970" y="0"/>
            <a:ext cx="5987415" cy="6428105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90855" y="2513965"/>
            <a:ext cx="4064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i="1">
                <a:solidFill>
                  <a:schemeClr val="tx2">
                    <a:lumMod val="75000"/>
                  </a:schemeClr>
                </a:solidFill>
                <a:latin typeface="Calibri" panose="020F0502020204030204" charset="0"/>
                <a:cs typeface="Calibri" panose="020F0502020204030204" charset="0"/>
              </a:rPr>
              <a:t>Wishora,AN Emojis Recommendation App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03960" y="808355"/>
            <a:ext cx="1751330" cy="1325880"/>
          </a:xfrm>
        </p:spPr>
        <p:txBody>
          <a:bodyPr/>
          <a:lstStyle/>
          <a:p>
            <a:r>
              <a:rPr lang="en-US" sz="2400">
                <a:latin typeface="Britannic Bold" panose="020B0903060703020204" charset="0"/>
                <a:cs typeface="Britannic Bold" panose="020B0903060703020204" charset="0"/>
                <a:sym typeface="+mn-ea"/>
              </a:rPr>
              <a:t>Solution 2:</a:t>
            </a:r>
            <a:endParaRPr lang="en-US" sz="2400"/>
          </a:p>
        </p:txBody>
      </p:sp>
      <p:sp>
        <p:nvSpPr>
          <p:cNvPr id="4" name="Text Box 3"/>
          <p:cNvSpPr txBox="1"/>
          <p:nvPr/>
        </p:nvSpPr>
        <p:spPr>
          <a:xfrm>
            <a:off x="3048000" y="319849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endParaRPr lang="en-US" sz="2400">
              <a:latin typeface="Britannic Bold" panose="020B0903060703020204" charset="0"/>
              <a:cs typeface="Britannic Bold" panose="020B0903060703020204" charset="0"/>
              <a:sym typeface="+mn-ea"/>
            </a:endParaRPr>
          </a:p>
        </p:txBody>
      </p:sp>
      <p:sp>
        <p:nvSpPr>
          <p:cNvPr id="12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1790" y="193167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 descr="Screenshot (197)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20970" y="271145"/>
            <a:ext cx="6125845" cy="630555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351790" y="3198495"/>
            <a:ext cx="433006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/>
            <a:r>
              <a:rPr lang="en-US" sz="2000" b="1" i="1">
                <a:solidFill>
                  <a:schemeClr val="tx2">
                    <a:lumMod val="75000"/>
                  </a:schemeClr>
                </a:solidFill>
              </a:rPr>
              <a:t>App providing privacy,different      settings, maninaging different things for teacher..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99745"/>
            <a:ext cx="1809115" cy="1325880"/>
          </a:xfrm>
        </p:spPr>
        <p:txBody>
          <a:bodyPr/>
          <a:lstStyle/>
          <a:p>
            <a:r>
              <a:rPr lang="en-US" sz="2400">
                <a:latin typeface="Britannic Bold" panose="020B0903060703020204" charset="0"/>
                <a:cs typeface="Britannic Bold" panose="020B0903060703020204" charset="0"/>
                <a:sym typeface="+mn-ea"/>
              </a:rPr>
              <a:t>Solution 3:</a:t>
            </a:r>
            <a:endParaRPr lang="en-US" sz="2400"/>
          </a:p>
        </p:txBody>
      </p:sp>
      <p:pic>
        <p:nvPicPr>
          <p:cNvPr id="4" name="Content Placeholder 3" descr="Screenshot (191)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47565" y="410210"/>
            <a:ext cx="6425565" cy="5995670"/>
          </a:xfrm>
          <a:prstGeom prst="rect">
            <a:avLst/>
          </a:prstGeom>
        </p:spPr>
      </p:pic>
      <p:sp>
        <p:nvSpPr>
          <p:cNvPr id="12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91770" y="155956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 Box 4"/>
          <p:cNvSpPr txBox="1"/>
          <p:nvPr/>
        </p:nvSpPr>
        <p:spPr>
          <a:xfrm>
            <a:off x="264160" y="3096895"/>
            <a:ext cx="438340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>
                <a:solidFill>
                  <a:schemeClr val="tx2">
                    <a:lumMod val="75000"/>
                  </a:schemeClr>
                </a:solidFill>
              </a:rPr>
              <a:t>Wishora,gave students  a centralized platform for announcements,event,Birthdays And etc..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>
                <a:solidFill>
                  <a:schemeClr val="tx2">
                    <a:lumMod val="75000"/>
                  </a:schemeClr>
                </a:solidFill>
                <a:latin typeface="Britannic Bold" panose="020B0903060703020204" charset="0"/>
                <a:cs typeface="Britannic Bold" panose="020B0903060703020204" charset="0"/>
              </a:rPr>
              <a:t>How Solution Works.</a:t>
            </a:r>
            <a:endParaRPr lang="en-US" sz="2800" b="1" i="1">
              <a:solidFill>
                <a:schemeClr val="tx2">
                  <a:lumMod val="75000"/>
                </a:schemeClr>
              </a:solidFill>
            </a:endParaRPr>
          </a:p>
        </p:txBody>
      </p:sp>
      <p:pic>
        <p:nvPicPr>
          <p:cNvPr id="4" name="Content Placeholder 3" descr="Screenshot (201)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6220" y="1232535"/>
            <a:ext cx="6671945" cy="5401945"/>
          </a:xfrm>
          <a:prstGeom prst="rect">
            <a:avLst/>
          </a:prstGeom>
        </p:spPr>
      </p:pic>
      <p:sp>
        <p:nvSpPr>
          <p:cNvPr id="12" name="sketchy line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969010" y="1372239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47010" y="365125"/>
            <a:ext cx="8606790" cy="5519420"/>
          </a:xfrm>
        </p:spPr>
        <p:txBody>
          <a:bodyPr/>
          <a:lstStyle/>
          <a:p>
            <a:r>
              <a:rPr lang="en-US" sz="8800" b="1">
                <a:solidFill>
                  <a:schemeClr val="tx2">
                    <a:lumMod val="75000"/>
                  </a:schemeClr>
                </a:solidFill>
                <a:latin typeface="Britannic Bold" panose="020B0903060703020204" charset="0"/>
                <a:cs typeface="Britannic Bold" panose="020B0903060703020204" charset="0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118</Words>
  <Application>Microsoft Office PowerPoint</Application>
  <PresentationFormat>Widescreen</PresentationFormat>
  <Paragraphs>26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Arial Black</vt:lpstr>
      <vt:lpstr>Britannic Bold</vt:lpstr>
      <vt:lpstr>Calibri</vt:lpstr>
      <vt:lpstr>Calibri Light</vt:lpstr>
      <vt:lpstr>Franklin Gothic Heavy</vt:lpstr>
      <vt:lpstr>Office Theme</vt:lpstr>
      <vt:lpstr>Student Faculty Relationship App: Emoji Recommendation</vt:lpstr>
      <vt:lpstr>      Problem 1:</vt:lpstr>
      <vt:lpstr>  Problem 2: </vt:lpstr>
      <vt:lpstr> Problem 3:</vt:lpstr>
      <vt:lpstr>Solution 1:</vt:lpstr>
      <vt:lpstr>Solution 2:</vt:lpstr>
      <vt:lpstr>Solution 3:</vt:lpstr>
      <vt:lpstr>How Solution Works.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Moiz Shah</dc:creator>
  <cp:lastModifiedBy>Syed Moiz</cp:lastModifiedBy>
  <cp:revision>5</cp:revision>
  <dcterms:created xsi:type="dcterms:W3CDTF">2025-07-23T00:59:00Z</dcterms:created>
  <dcterms:modified xsi:type="dcterms:W3CDTF">2025-12-09T10:16:07Z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06D16F490F6346669CFB8F32A45797F5_11</vt:lpwstr>
  </property>
  <property fmtid="{D5CDD505-2E9C-101B-9397-08002B2CF9AE}" pid="3" name="KSOProductBuildVer">
    <vt:lpwstr>1033-12.2.0.23155</vt:lpwstr>
  </property>
</Properties>
</file>